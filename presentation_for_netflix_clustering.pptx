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2" r:id="rId5"/>
    <p:sldId id="260" r:id="rId6"/>
    <p:sldId id="261" r:id="rId7"/>
    <p:sldId id="263" r:id="rId8"/>
    <p:sldId id="264" r:id="rId9"/>
    <p:sldId id="265" r:id="rId10"/>
    <p:sldId id="272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5BCAD085-E8A6-8845-BD4E-CB4CCA059FC4}" type="datetimeFigureOut">
              <a:rPr lang="en-US" smtClean="0"/>
              <a:pPr/>
              <a:t>3/11/2026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Times New Roman" panose="02020603050405020304" pitchFamily="18" charset="0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Times New Roman" panose="02020603050405020304" pitchFamily="18" charset="0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0555" y="1208703"/>
            <a:ext cx="8229600" cy="1143000"/>
          </a:xfrm>
        </p:spPr>
        <p:txBody>
          <a:bodyPr>
            <a:normAutofit fontScale="90000"/>
          </a:bodyPr>
          <a:lstStyle/>
          <a:p>
            <a:r>
              <a:rPr dirty="0"/>
              <a:t>Netflix Movies &amp; TV Shows 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81897" y="3618271"/>
            <a:ext cx="8229600" cy="2753033"/>
          </a:xfrm>
        </p:spPr>
        <p:txBody>
          <a:bodyPr>
            <a:normAutofit/>
          </a:bodyPr>
          <a:lstStyle/>
          <a:p>
            <a:pPr>
              <a:lnSpc>
                <a:spcPct val="170000"/>
              </a:lnSpc>
            </a:pPr>
            <a:r>
              <a:rPr dirty="0"/>
              <a:t>Machine Learning Project</a:t>
            </a:r>
          </a:p>
          <a:p>
            <a:pPr>
              <a:lnSpc>
                <a:spcPct val="170000"/>
              </a:lnSpc>
            </a:pPr>
            <a:r>
              <a:rPr dirty="0"/>
              <a:t>Presented by: Venkat Raja C</a:t>
            </a:r>
          </a:p>
          <a:p>
            <a:pPr>
              <a:lnSpc>
                <a:spcPct val="170000"/>
              </a:lnSpc>
            </a:pPr>
            <a:r>
              <a:rPr dirty="0"/>
              <a:t>Domain: Data Science / Machine Learning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60337"/>
            <a:ext cx="8229600" cy="1143000"/>
          </a:xfrm>
        </p:spPr>
        <p:txBody>
          <a:bodyPr/>
          <a:lstStyle/>
          <a:p>
            <a:r>
              <a:rPr lang="en-IN" dirty="0"/>
              <a:t>Problem Statement: 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66019"/>
            <a:ext cx="8229600" cy="2334266"/>
          </a:xfrm>
        </p:spPr>
        <p:txBody>
          <a:bodyPr>
            <a:normAutofit/>
          </a:bodyPr>
          <a:lstStyle/>
          <a:p>
            <a:r>
              <a:rPr lang="en-US" sz="2400" dirty="0"/>
              <a:t>The goal is to use unsupervised machine learning techniques to identify similar content groups, which can help users discover content based on preferences.</a:t>
            </a:r>
            <a:endParaRPr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3F2B950-A4FF-E0A8-2EAA-94460EE61C9A}"/>
              </a:ext>
            </a:extLst>
          </p:cNvPr>
          <p:cNvSpPr txBox="1"/>
          <p:nvPr/>
        </p:nvSpPr>
        <p:spPr>
          <a:xfrm>
            <a:off x="663678" y="2740742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 Results: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58DA2C-101C-F899-6EF0-4916C6C96A35}"/>
              </a:ext>
            </a:extLst>
          </p:cNvPr>
          <p:cNvSpPr txBox="1"/>
          <p:nvPr/>
        </p:nvSpPr>
        <p:spPr>
          <a:xfrm>
            <a:off x="457200" y="3783528"/>
            <a:ext cx="884411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Successfully clustered Netflix movies and TV shows based on genre, rating, and other attributes.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Insights into content groupings, allowing for better recommendation strategies.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representation of clusters to understand content distribution and similarity. 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Evaluation metrics: 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5522" y="2332037"/>
            <a:ext cx="8229600" cy="45259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Silhouette Score for cluster quality assessment.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Inertia (for K-Means) to determine the optimal number of clusters.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Davies-Bouldin Index for cluster separation measurement.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400" dirty="0"/>
              <a:t>Visualization techniques (e.g., t-SNE, PCA) to validate cluster formations. </a:t>
            </a:r>
            <a:endParaRPr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Python – Programming language</a:t>
            </a:r>
          </a:p>
          <a:p>
            <a:r>
              <a:rPr dirty="0"/>
              <a:t>Pandas – Data analysis</a:t>
            </a:r>
          </a:p>
          <a:p>
            <a:r>
              <a:rPr dirty="0"/>
              <a:t>NumPy – Numerical computation</a:t>
            </a:r>
          </a:p>
          <a:p>
            <a:r>
              <a:rPr dirty="0"/>
              <a:t>Matplotlib &amp; Seaborn – Visualization</a:t>
            </a:r>
          </a:p>
          <a:p>
            <a:r>
              <a:rPr dirty="0"/>
              <a:t>Scikit‑learn – Machine Learning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Project </a:t>
            </a:r>
            <a:r>
              <a:rPr lang="en-IN" dirty="0"/>
              <a:t>workflow: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71049"/>
            <a:ext cx="8229600" cy="45259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The dataset used is the Netflix Movies and TV Shows dataset, which contains information such as title, type, genre, release year, duration, rating, and description.</a:t>
            </a:r>
          </a:p>
          <a:p>
            <a:pPr>
              <a:lnSpc>
                <a:spcPct val="150000"/>
              </a:lnSpc>
            </a:pPr>
            <a:endParaRPr lang="en-US" sz="2400" dirty="0"/>
          </a:p>
          <a:p>
            <a:pPr>
              <a:lnSpc>
                <a:spcPct val="150000"/>
              </a:lnSpc>
            </a:pPr>
            <a:endParaRPr lang="en-IN" sz="2400" dirty="0"/>
          </a:p>
          <a:p>
            <a:pPr>
              <a:lnSpc>
                <a:spcPct val="150000"/>
              </a:lnSpc>
            </a:pPr>
            <a:r>
              <a:rPr lang="en-US" sz="2400" dirty="0"/>
              <a:t>The goal is to use these attributes to group similar Netflix content.</a:t>
            </a:r>
            <a:endParaRPr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08D9D4-D681-2201-6105-85B3BEAF9588}"/>
              </a:ext>
            </a:extLst>
          </p:cNvPr>
          <p:cNvSpPr txBox="1"/>
          <p:nvPr/>
        </p:nvSpPr>
        <p:spPr>
          <a:xfrm>
            <a:off x="457200" y="1543353"/>
            <a:ext cx="45720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</a:t>
            </a:r>
          </a:p>
          <a:p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Purpose of dataset: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951703" y="323134"/>
            <a:ext cx="8229600" cy="1143000"/>
          </a:xfrm>
        </p:spPr>
        <p:txBody>
          <a:bodyPr>
            <a:normAutofit/>
          </a:bodyPr>
          <a:lstStyle/>
          <a:p>
            <a:r>
              <a:rPr lang="en-IN" sz="3200" dirty="0"/>
              <a:t>Data Preprocessing</a:t>
            </a:r>
            <a:endParaRPr sz="3200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FEB845A-713F-A182-93E3-BF9E1CCC55D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71167" y="1345314"/>
            <a:ext cx="8401665" cy="38928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Handling missing values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Feature selection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Extracting numeric values from duration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Encoding categorical variables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Converting text features using </a:t>
            </a:r>
            <a:r>
              <a:rPr kumimoji="0" lang="en-US" altLang="en-US" sz="2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TF-IDF</a:t>
            </a:r>
          </a:p>
          <a:p>
            <a:pPr marR="0" lvl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Scaling features using </a:t>
            </a:r>
            <a:r>
              <a:rPr kumimoji="0" lang="en-US" altLang="en-US" sz="2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cs typeface="Times New Roman" panose="02020603050405020304" pitchFamily="18" charset="0"/>
              </a:rPr>
              <a:t>StandardScaler</a:t>
            </a:r>
            <a:endParaRPr kumimoji="0" lang="en-US" altLang="en-US" sz="28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E77C3C-6A61-FBFB-1DEB-A0FB715B5B6A}"/>
              </a:ext>
            </a:extLst>
          </p:cNvPr>
          <p:cNvSpPr txBox="1"/>
          <p:nvPr/>
        </p:nvSpPr>
        <p:spPr>
          <a:xfrm>
            <a:off x="0" y="5614024"/>
            <a:ext cx="9144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These steps ensure the data is suitable for machine learning algorithms.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823884" y="731837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Model Implementation : </a:t>
            </a:r>
            <a:br>
              <a:rPr lang="en-IN" sz="3200" dirty="0"/>
            </a:br>
            <a:br>
              <a:rPr lang="en-IN" sz="3200" dirty="0"/>
            </a:br>
            <a:endParaRPr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400" dirty="0"/>
              <a:t>After preprocessing, I applied the K-Means clustering algorithm to group similar Netflix movies and TV shows.</a:t>
            </a:r>
          </a:p>
          <a:p>
            <a:pPr>
              <a:lnSpc>
                <a:spcPct val="150000"/>
              </a:lnSpc>
            </a:pPr>
            <a:endParaRPr lang="en-US" sz="2400" dirty="0"/>
          </a:p>
          <a:p>
            <a:pPr>
              <a:lnSpc>
                <a:spcPct val="150000"/>
              </a:lnSpc>
            </a:pPr>
            <a:endParaRPr lang="en-US" sz="2400" dirty="0"/>
          </a:p>
          <a:p>
            <a:pPr>
              <a:lnSpc>
                <a:spcPct val="150000"/>
              </a:lnSpc>
            </a:pPr>
            <a:endParaRPr lang="en-US" sz="24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K-Means groups data points based on similarity by minimizing the distance between data points and cluster centroids.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DFDB0C-2545-DEED-6465-9700BB3B4557}"/>
              </a:ext>
            </a:extLst>
          </p:cNvPr>
          <p:cNvSpPr txBox="1"/>
          <p:nvPr/>
        </p:nvSpPr>
        <p:spPr>
          <a:xfrm>
            <a:off x="358878" y="3570793"/>
            <a:ext cx="522092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253613" y="559773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IN" dirty="0"/>
              <a:t>Evaluation metrics used:</a:t>
            </a:r>
            <a:br>
              <a:rPr lang="en-IN" dirty="0"/>
            </a:b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9716" y="841221"/>
            <a:ext cx="8765458" cy="4546856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Silhouette Score</a:t>
            </a:r>
          </a:p>
          <a:p>
            <a:pPr>
              <a:buFont typeface="Wingdings" panose="05000000000000000000" pitchFamily="2" charset="2"/>
              <a:buChar char="Ø"/>
            </a:pPr>
            <a:endParaRPr lang="en-IN" sz="2400" dirty="0"/>
          </a:p>
          <a:p>
            <a:pPr>
              <a:buFont typeface="Wingdings" panose="05000000000000000000" pitchFamily="2" charset="2"/>
              <a:buChar char="Ø"/>
            </a:pPr>
            <a:endParaRPr lang="en-IN" sz="2400" dirty="0"/>
          </a:p>
          <a:p>
            <a:pPr>
              <a:buFont typeface="Wingdings" panose="05000000000000000000" pitchFamily="2" charset="2"/>
              <a:buChar char="Ø"/>
            </a:pPr>
            <a:endParaRPr lang="en-IN" sz="2400" dirty="0"/>
          </a:p>
          <a:p>
            <a:pPr>
              <a:buFont typeface="Wingdings" panose="05000000000000000000" pitchFamily="2" charset="2"/>
              <a:buChar char="Ø"/>
            </a:pPr>
            <a:endParaRPr lang="en-IN" sz="2400" dirty="0"/>
          </a:p>
          <a:p>
            <a:pPr>
              <a:buFont typeface="Wingdings" panose="05000000000000000000" pitchFamily="2" charset="2"/>
              <a:buChar char="Ø"/>
            </a:pPr>
            <a:endParaRPr lang="en-IN" sz="2400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Davies-Bouldin Score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2400" dirty="0"/>
              <a:t>              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170D0E-9DF2-C1A5-A1EB-97D856E31345}"/>
              </a:ext>
            </a:extLst>
          </p:cNvPr>
          <p:cNvSpPr txBox="1"/>
          <p:nvPr/>
        </p:nvSpPr>
        <p:spPr>
          <a:xfrm>
            <a:off x="1214283" y="2211900"/>
            <a:ext cx="810178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Silhouette Score is used to measure the quality of clustering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/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Silhouette score is High clusters are well separated.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06A82F2-BDCA-D7DF-02F9-09CAC8A98793}"/>
              </a:ext>
            </a:extLst>
          </p:cNvPr>
          <p:cNvSpPr txBox="1"/>
          <p:nvPr/>
        </p:nvSpPr>
        <p:spPr>
          <a:xfrm>
            <a:off x="1214283" y="4718915"/>
            <a:ext cx="7533969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Davies-Bouldin Score measures how similar clusters are to each other.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 value = better clustering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823884" y="457200"/>
            <a:ext cx="8229600" cy="1143000"/>
          </a:xfrm>
        </p:spPr>
        <p:txBody>
          <a:bodyPr/>
          <a:lstStyle/>
          <a:p>
            <a:r>
              <a:rPr lang="en-IN" dirty="0"/>
              <a:t>Visualization :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003323"/>
            <a:ext cx="8229600" cy="45259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I used PCA (Principal Component Analysis) to reduce the dimensionality of the data and visualize the clusters in two dimensions.</a:t>
            </a:r>
            <a:endParaRPr sz="2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63328"/>
            <a:ext cx="8229600" cy="4525963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sz="2800" dirty="0"/>
              <a:t>The model successfully grouped Netflix movies and TV shows</a:t>
            </a:r>
            <a:endParaRPr lang="en-IN" sz="2800" dirty="0"/>
          </a:p>
          <a:p>
            <a:pPr marL="0" indent="0">
              <a:lnSpc>
                <a:spcPct val="150000"/>
              </a:lnSpc>
              <a:buNone/>
            </a:pPr>
            <a:endParaRPr sz="2800" dirty="0"/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sz="2800" dirty="0"/>
              <a:t>Content with similar genres and descriptions were placed in the same cluster.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2578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The project successfully grouped Netflix movies and TV shows based on attributes such as genre, rating, duration, and description.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The clustering provides insights into content similarity and can support recommendation systems.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400" dirty="0"/>
              <a:t>Overall, this project demonstrates how unsupervised machine learning techniques like K-Means clustering can be used to analyze and organize streaming platform content.</a:t>
            </a:r>
            <a:endParaRPr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455</Words>
  <Application>Microsoft Office PowerPoint</Application>
  <PresentationFormat>On-screen Show (4:3)</PresentationFormat>
  <Paragraphs>75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Times New Roman</vt:lpstr>
      <vt:lpstr>Wingdings</vt:lpstr>
      <vt:lpstr>Office Theme</vt:lpstr>
      <vt:lpstr>Netflix Movies &amp; TV Shows Clustering</vt:lpstr>
      <vt:lpstr>Problem Statement: </vt:lpstr>
      <vt:lpstr>Project Evaluation metrics: </vt:lpstr>
      <vt:lpstr>Technologies Used</vt:lpstr>
      <vt:lpstr>Project workflow:</vt:lpstr>
      <vt:lpstr>Data Preprocessing</vt:lpstr>
      <vt:lpstr>Model Implementation :   </vt:lpstr>
      <vt:lpstr>Evaluation metrics used: </vt:lpstr>
      <vt:lpstr>Visualization :</vt:lpstr>
      <vt:lpstr>Results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venkat raja</cp:lastModifiedBy>
  <cp:revision>2</cp:revision>
  <dcterms:created xsi:type="dcterms:W3CDTF">2013-01-27T09:14:16Z</dcterms:created>
  <dcterms:modified xsi:type="dcterms:W3CDTF">2026-03-10T21:15:07Z</dcterms:modified>
  <cp:category/>
</cp:coreProperties>
</file>